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87FD-69D8-54ED-6335-53317E102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D12DE-8E21-3361-E46F-F77B21E38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D8A62-E8A8-6D1E-EEEB-ED0A753A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B222E-0A4B-BF49-3A9A-3608E8F1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08EB-B670-6352-DFE1-BBF1CC86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8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6FA5-27F9-2D51-1517-D63DBE3F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C8B93-F812-A608-FDA1-20E04A5D7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66017-A8F7-CE8A-C55B-04B90D00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13CB5-3BBF-0F4F-11D6-6E2709CA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8A381-D7D0-D048-F864-27B1B72B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4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86C4-3A2D-202A-2EF1-3AE70D3E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ACC71-E160-380A-7305-BB606027E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577B5-F363-2D8B-8593-B908C7C7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F52E3-09BB-8320-FC52-2705AFEA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E360C-C3A9-D0FF-AE8F-32B7D44D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276B-947B-8069-74A0-B285F854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39C1-DC04-74D4-F9D2-1FFBE170E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EE56E-57CA-FAF2-9A80-186E49DF9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1C09E-E081-6A3F-F137-8DBD9F53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F87C0-C5E3-9223-2B2D-70E4F783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3F73E-21AE-BB2D-1ADB-0744146F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2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82CD-28FC-0886-1966-65366359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63B62-D47C-2CFD-3CD3-93D9C52EA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62D77-AF32-CAF5-6E55-BFC1B654F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8956B-736F-6BC2-88EE-B9A018215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3855A-8AC6-2C1E-A68A-3E2EA4D68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D7967-1937-8974-BD2B-B741006B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E13AE-CF21-8E64-A552-FA302E96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89440-3393-292A-EC96-19361E46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8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DE15-3D1D-F064-0FDF-38E73AD9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959C7-3184-8808-872B-3D5947B4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3B102-6D99-8EBA-E621-DD2DC992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6D96C-EDF1-F398-68FE-BCF3A60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5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FB10C-3E60-77FE-4D13-05DB9F3B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16B27-A183-973B-CB71-7CA33D28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685BA-EEAB-EE0B-5AC1-4FAE7A96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7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20DC-BBF6-E85D-C9FD-3B4C7B27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B655-F871-F70F-DEE8-F801C7099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B7196-70CF-A1F9-18A5-A952060E9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8F659-41ED-920F-54E5-D7348E30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49B36-9F85-5A58-EB1F-90547AED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1055D-37B3-5356-247B-DE5CCD1A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0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445D-2357-4DE8-F5C8-1D7358CD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F9997-ED53-BD1D-1517-979EE4E0D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84279-3A5F-660F-8E3E-3F02825B4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67782-C636-D4D1-B1EF-26B0F40E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23B0-31A9-A5B0-4577-DFD4A467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AE095-7651-E600-FED3-01C94311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6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A041-C057-A78E-6068-7AE0FC8D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4B509-1121-BF30-B112-E01D58BAF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F0487-4540-1FBC-3DFF-3DAD0541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1900-C80D-E1A3-A376-948AE97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D5619-F253-BC06-964C-9FCE5E3E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1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562ED-FC15-D874-DB81-F4A44D9E0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F09B2-0420-76F0-BDBB-63B866EE0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35E8-D3C6-2E34-EC6D-662F924C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CEF2D-7EE1-600F-BD15-69443769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E2297-CB05-201C-5E3B-8C771490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0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5CDCD-C100-4715-74ED-7F16EE48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54B5-D806-1F66-C961-189280C3C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00C17-ECD6-AC11-EE2A-29CB3BE80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BD8C-D6BB-E889-DFE3-BE68CEDCE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19BC-A731-95F9-3057-BCCBA0F3D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304E"/>
                </a:solidFill>
              </a:defRPr>
            </a:pPr>
            <a:r>
              <a:t>Intraday Stock Price</a:t>
            </a:r>
            <a:br/>
            <a:r>
              <a:t>Alert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06FB1"/>
                </a:solidFill>
              </a:defRPr>
            </a:pPr>
            <a:r>
              <a:t>Project Presentation | Stock Market / Shares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96012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Technology: Python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Alert Platform: Telegram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Presented by: </a:t>
            </a:r>
            <a:r>
              <a:rPr lang="en-IN" dirty="0"/>
              <a:t>G. Rakshitha, M. Anand, K. Karthika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University: KL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rPr dirty="0"/>
              <a:t>Intraday Stock Price Alert</a:t>
            </a:r>
            <a:r>
              <a:rPr lang="en-IN" dirty="0"/>
              <a:t> Bo</a:t>
            </a:r>
            <a:r>
              <a:rPr dirty="0"/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1. Project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project is an automated bot that monitors intraday stock prices.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It polls NSE stock quotes for a selected watchlist at regular intervals.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When a stock reaches a user-defined target price, the bot sends a Telegram alert.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Manual monitoring requires continuous attention and may cause missed opportunities.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Free stock APIs may throttle requests or return cached prices.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Market holidays and pre-open sessions can produce misleading price movements.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2. Objectives &amp;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38988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64792"/>
            <a:ext cx="491947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Monitor selected NSE stocks automatically</a:t>
            </a:r>
            <a:br/>
            <a:br/>
            <a:r>
              <a:t>• Check prices at a fixed interval</a:t>
            </a:r>
            <a:br/>
            <a:br/>
            <a:r>
              <a:t>• Trigger alerts at target prices</a:t>
            </a:r>
            <a:br/>
            <a:br/>
            <a:r>
              <a:t>• Send notifications through Telegram</a:t>
            </a:r>
            <a:br/>
            <a:br/>
            <a:r>
              <a:t>• Reduce the need for manual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212080" cy="4480560"/>
          </a:xfrm>
          <a:prstGeom prst="roundRect">
            <a:avLst/>
          </a:prstGeom>
          <a:solidFill>
            <a:srgbClr val="EBF7EF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9944" y="138988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Domain: Stock Market / Shares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1764792"/>
            <a:ext cx="491947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Intraday stock-price monitoring</a:t>
            </a:r>
            <a:br/>
            <a:br/>
            <a:r>
              <a:t>• Watchlist-based tracking</a:t>
            </a:r>
            <a:br/>
            <a:br/>
            <a:r>
              <a:t>• Real-time or near-real-time notifications</a:t>
            </a:r>
            <a:br/>
            <a:br/>
            <a:r>
              <a:t>• API-based market-data collection</a:t>
            </a:r>
            <a:br/>
            <a:br/>
            <a:r>
              <a:t>• Personal finance and trading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3. Existing System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DF4E7"/>
          </a:solidFill>
          <a:ln>
            <a:solidFill>
              <a:srgbClr val="DE8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435607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10512"/>
            <a:ext cx="491947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Users manually check stock prices.</a:t>
            </a:r>
            <a:br/>
            <a:br/>
            <a:r>
              <a:t>• Continuous monitoring is difficult.</a:t>
            </a:r>
            <a:br/>
            <a:br/>
            <a:r>
              <a:t>• Alerts may be delayed or missed.</a:t>
            </a:r>
            <a:br/>
            <a:br/>
            <a:r>
              <a:t>• Multiple websites or apps may be required.</a:t>
            </a:r>
            <a:br/>
            <a:br/>
            <a:r>
              <a:t>• API limitations are not always 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12080" cy="438912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9944" y="1435607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1810512"/>
            <a:ext cx="491947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Maintain a user-defined stock watchlist.</a:t>
            </a:r>
            <a:br/>
            <a:br/>
            <a:r>
              <a:t>• Fetch quotes automatically at intervals.</a:t>
            </a:r>
            <a:br/>
            <a:br/>
            <a:r>
              <a:t>• Compare current price with target conditions.</a:t>
            </a:r>
            <a:br/>
            <a:br/>
            <a:r>
              <a:t>• Send alerts using a Telegram bot.</a:t>
            </a:r>
            <a:br/>
            <a:br/>
            <a:r>
              <a:t>• Handle market status and duplicate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4. Input / Data &amp; Project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657600" cy="457200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34416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Input /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719072"/>
            <a:ext cx="3364992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NSE stock symbols</a:t>
            </a:r>
            <a:br/>
            <a:br/>
            <a:r>
              <a:t>• Watchlist of selected shares</a:t>
            </a:r>
            <a:br/>
            <a:br/>
            <a:r>
              <a:t>• Target price or alert condition</a:t>
            </a:r>
            <a:br/>
            <a:br/>
            <a:r>
              <a:t>• Polling interval</a:t>
            </a:r>
            <a:br/>
            <a:br/>
            <a:r>
              <a:t>• API key or data-source settings</a:t>
            </a:r>
            <a:br/>
            <a:br/>
            <a:r>
              <a:t>• Telegram chat ID and bot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325880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64024" y="1435607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Configuration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024" y="1810512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Stores symbols and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435607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Market Data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810512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Fetches stock quotes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651760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4024" y="2761488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Validation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136391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Checks price and market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51760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761488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Alert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136391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Evaluates target conditions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977639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4024" y="4087368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Telegram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4024" y="4462272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Sends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977639"/>
            <a:ext cx="3154680" cy="1024128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087368"/>
            <a:ext cx="2862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Logging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462272"/>
            <a:ext cx="2862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Records events and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5. System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182880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202996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404872"/>
            <a:ext cx="15361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Sets watchlist</a:t>
            </a:r>
            <a:br/>
            <a:r>
              <a:t>and target price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359152"/>
            <a:ext cx="310896" cy="292608"/>
          </a:xfrm>
          <a:prstGeom prst="rightArrow">
            <a:avLst/>
          </a:prstGeom>
          <a:solidFill>
            <a:srgbClr val="30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53512" y="1920240"/>
            <a:ext cx="182880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9816" y="202996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Python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404872"/>
            <a:ext cx="15361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Runs the polling loop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28031" y="2359152"/>
            <a:ext cx="310896" cy="292608"/>
          </a:xfrm>
          <a:prstGeom prst="rightArrow">
            <a:avLst/>
          </a:prstGeom>
          <a:solidFill>
            <a:srgbClr val="30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1224" y="1920240"/>
            <a:ext cx="182880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67528" y="202996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Stock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04872"/>
            <a:ext cx="15361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Returns quote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95744" y="2359152"/>
            <a:ext cx="310896" cy="292608"/>
          </a:xfrm>
          <a:prstGeom prst="rightArrow">
            <a:avLst/>
          </a:prstGeom>
          <a:solidFill>
            <a:srgbClr val="30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88936" y="1920240"/>
            <a:ext cx="182880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02996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Alert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404872"/>
            <a:ext cx="15361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Checks conditions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63455" y="2359152"/>
            <a:ext cx="310896" cy="292608"/>
          </a:xfrm>
          <a:prstGeom prst="rightArrow">
            <a:avLst/>
          </a:prstGeom>
          <a:solidFill>
            <a:srgbClr val="30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56648" y="1920240"/>
            <a:ext cx="182880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2952" y="202996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Telegram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404872"/>
            <a:ext cx="15361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Sends 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Workflow: Configure → Fetch Quote → Validate → Compare Price → Send Alert → Log Result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loop repeats only during the configured monitoring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6. Core Concepts / Algorithms /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API integration: Request stock prices from an external market-data service.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Polling algorithm: Fetch the latest quote after a fixed time interval.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Threshold comparison: Check whether the price is above or below the target.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Conditional logic: Trigger an alert only when the defined condition is satisfied.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Duplicate-alert control: Avoid sending the same alert repeatedly.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Exception handling: Manage API errors, timeouts and invalid responses.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Time and market checks: Avoid interpreting pre-open or holiday data as normal intraday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7. Special Features &amp;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526280"/>
          </a:xfrm>
          <a:prstGeom prst="roundRect">
            <a:avLst/>
          </a:prstGeom>
          <a:solidFill>
            <a:srgbClr val="EBF7EF"/>
          </a:solidFill>
          <a:ln>
            <a:solidFill>
              <a:srgbClr val="37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38988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Special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64792"/>
            <a:ext cx="491947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Watchlist-based monitoring</a:t>
            </a:r>
            <a:br/>
            <a:br/>
            <a:r>
              <a:t>• Custom target-price alerts</a:t>
            </a:r>
            <a:br/>
            <a:br/>
            <a:r>
              <a:t>• Telegram notifications</a:t>
            </a:r>
            <a:br/>
            <a:br/>
            <a:r>
              <a:t>• Configurable polling interval</a:t>
            </a:r>
            <a:br/>
            <a:br/>
            <a:r>
              <a:t>• Duplicate-alert prevention</a:t>
            </a:r>
            <a:br/>
            <a:br/>
            <a:r>
              <a:t>• Error and activity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212080" cy="4526280"/>
          </a:xfrm>
          <a:prstGeom prst="roundRect">
            <a:avLst/>
          </a:prstGeom>
          <a:solidFill>
            <a:srgbClr val="FDF4E7"/>
          </a:solidFill>
          <a:ln>
            <a:solidFill>
              <a:srgbClr val="DE8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9944" y="138988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1764792"/>
            <a:ext cx="491947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Free APIs may throttle requests.</a:t>
            </a:r>
            <a:br/>
            <a:br/>
            <a:r>
              <a:t>• Some APIs return cached prices.</a:t>
            </a:r>
            <a:br/>
            <a:br/>
            <a:r>
              <a:t>• NSE holidays can create stale data.</a:t>
            </a:r>
            <a:br/>
            <a:br/>
            <a:r>
              <a:t>• Pre-open prices may be misleading.</a:t>
            </a:r>
            <a:br/>
            <a:br/>
            <a:r>
              <a:t>• Network failures can interrupt monitoring.</a:t>
            </a:r>
            <a:br/>
            <a:br/>
            <a:r>
              <a:t>• API terms and rate limits must be respected.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8. Class Design &amp; OOP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Proposed modular class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4813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Stores symbol and stock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6864" y="14813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Watchlist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8562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Manages selected stocks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4813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MarketDataFetcher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18562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Fetches API quotes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" y="33101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AlertRule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36850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Stores target-price conditions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004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26864" y="33101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AlertEngine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6850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Evaluates alert conditions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200400"/>
            <a:ext cx="333756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21624" y="331012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TelegramNotifier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68503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Sends Telegram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OOP concepts: Classes, objects, encapsulation, abstraction, constructors and methods.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The class structure separates data collection, alert logic and notification tasks.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Proposed project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9. Implementation, Output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52628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719072"/>
            <a:ext cx="31821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Python application</a:t>
            </a:r>
            <a:br/>
            <a:br/>
            <a:r>
              <a:t>• API requests for stock quotes</a:t>
            </a:r>
            <a:br/>
            <a:br/>
            <a:r>
              <a:t>• Repeated polling loop</a:t>
            </a:r>
            <a:br/>
            <a:br/>
            <a:r>
              <a:t>• Conditional alert logic</a:t>
            </a:r>
            <a:br/>
            <a:br/>
            <a:r>
              <a:t>• Telegram Bot API</a:t>
            </a:r>
            <a:br/>
            <a:br/>
            <a:r>
              <a:t>• Logging and exception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74720" cy="4526280"/>
          </a:xfrm>
          <a:prstGeom prst="roundRect">
            <a:avLst/>
          </a:prstGeom>
          <a:solidFill>
            <a:srgbClr val="EBF7EF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Expected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719072"/>
            <a:ext cx="31821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Console status messages</a:t>
            </a:r>
            <a:br/>
            <a:br/>
            <a:r>
              <a:t>• Current stock price</a:t>
            </a:r>
            <a:br/>
            <a:br/>
            <a:r>
              <a:t>• Triggered target-price alert</a:t>
            </a:r>
            <a:br/>
            <a:br/>
            <a:r>
              <a:t>• Telegram notification</a:t>
            </a:r>
            <a:br/>
            <a:br/>
            <a:r>
              <a:t>• Error or rate-limit message</a:t>
            </a:r>
            <a:br/>
            <a:br/>
            <a:r>
              <a:t>• Monitoring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474720" cy="4526280"/>
          </a:xfrm>
          <a:prstGeom prst="roundRect">
            <a:avLst/>
          </a:prstGeom>
          <a:solidFill>
            <a:srgbClr val="FDF4E7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719072"/>
            <a:ext cx="31821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Valid stock symbol test</a:t>
            </a:r>
            <a:br/>
            <a:br/>
            <a:r>
              <a:t>• Invalid API response test</a:t>
            </a:r>
            <a:br/>
            <a:br/>
            <a:r>
              <a:t>• Target-price condition test</a:t>
            </a:r>
            <a:br/>
            <a:br/>
            <a:r>
              <a:t>• Duplicate-alert test</a:t>
            </a:r>
            <a:br/>
            <a:br/>
            <a:r>
              <a:t>• Network failure test</a:t>
            </a:r>
            <a:br/>
            <a:br/>
            <a:r>
              <a:t>• Holiday and pre-open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Expected output — prototype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304E"/>
                </a:solidFill>
              </a:defRPr>
            </a:pPr>
            <a:r>
              <a:t>10. Current Progress, Future Enhancements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526280"/>
          </a:xfrm>
          <a:prstGeom prst="roundRect">
            <a:avLst/>
          </a:prstGeom>
          <a:solidFill>
            <a:srgbClr val="E8F2FB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Current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717499"/>
            <a:ext cx="31821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5F6973"/>
                </a:solidFill>
              </a:defRPr>
            </a:pPr>
            <a:r>
              <a:rPr dirty="0"/>
              <a:t> Problem and use cases identified</a:t>
            </a: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5F6973"/>
                </a:solidFill>
              </a:defRPr>
            </a:pP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5F6973"/>
                </a:solidFill>
              </a:defRPr>
            </a:pPr>
            <a:r>
              <a:rPr lang="en-IN" dirty="0"/>
              <a:t>Files and folders were created 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5F6973"/>
                </a:solidFill>
              </a:defRPr>
            </a:pP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5F6973"/>
                </a:solidFill>
              </a:defRPr>
            </a:pPr>
            <a:r>
              <a:rPr lang="en-IN" dirty="0"/>
              <a:t>Installed some packages in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74720" cy="4526280"/>
          </a:xfrm>
          <a:prstGeom prst="roundRect">
            <a:avLst/>
          </a:prstGeom>
          <a:solidFill>
            <a:srgbClr val="EBF7EF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719072"/>
            <a:ext cx="31821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Add multiple data providers</a:t>
            </a:r>
            <a:br/>
            <a:br/>
            <a:r>
              <a:t>• Use WebSocket or streaming data where available</a:t>
            </a:r>
            <a:br/>
            <a:br/>
            <a:r>
              <a:t>• Add a web dashboard</a:t>
            </a:r>
            <a:br/>
            <a:br/>
            <a:r>
              <a:t>• Support stop-loss and percentage alerts</a:t>
            </a:r>
            <a:br/>
            <a:br/>
            <a:r>
              <a:t>• Add historical price charts</a:t>
            </a:r>
            <a:br/>
            <a:br/>
            <a:r>
              <a:t>• Improve market-session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474720" cy="4526280"/>
          </a:xfrm>
          <a:prstGeom prst="roundRect">
            <a:avLst/>
          </a:prstGeom>
          <a:solidFill>
            <a:srgbClr val="FDF4E7"/>
          </a:solidFill>
          <a:ln>
            <a:solidFill>
              <a:srgbClr val="30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3441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E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719072"/>
            <a:ext cx="31821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</a:defRPr>
            </a:pPr>
            <a:r>
              <a:t>• Automates intraday price monitoring.</a:t>
            </a:r>
            <a:br/>
            <a:br/>
            <a:r>
              <a:t>• Reduces the need for manual tracking.</a:t>
            </a:r>
            <a:br/>
            <a:br/>
            <a:r>
              <a:t>• Sends timely Telegram notifications when conditions are met.</a:t>
            </a:r>
            <a:br/>
            <a:br/>
            <a:r>
              <a:t>• Requires reliable data sources and careful handling of market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CC4C1-B369-7C77-E650-33BCB26EC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04" y="525528"/>
            <a:ext cx="9632515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8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977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GURAJALA RAKSHITHA</cp:lastModifiedBy>
  <cp:revision>8</cp:revision>
  <dcterms:created xsi:type="dcterms:W3CDTF">2013-01-27T09:14:16Z</dcterms:created>
  <dcterms:modified xsi:type="dcterms:W3CDTF">2026-09-17T14:29:03Z</dcterms:modified>
  <cp:category/>
</cp:coreProperties>
</file>